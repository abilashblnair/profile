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ilashblnair.github.io/profil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s.apple.com/in/app/aarya-ai/id6740967991" TargetMode="External"/><Relationship Id="rId3" Type="http://schemas.openxmlformats.org/officeDocument/2006/relationships/hyperlink" Target="https://apps.apple.com/in/app/lingo-south/id6749473687" TargetMode="External"/><Relationship Id="rId4" Type="http://schemas.openxmlformats.org/officeDocument/2006/relationships/hyperlink" Target="https://apps.apple.com/in/app/auryo/id6751236806" TargetMode="External"/><Relationship Id="rId5" Type="http://schemas.openxmlformats.org/officeDocument/2006/relationships/hyperlink" Target="https://pixfit.in" TargetMode="External"/><Relationship Id="rId6" Type="http://schemas.openxmlformats.org/officeDocument/2006/relationships/hyperlink" Target="https://setmysocia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ilashblnair.github.io/profile/" TargetMode="External"/><Relationship Id="rId3" Type="http://schemas.openxmlformats.org/officeDocument/2006/relationships/hyperlink" Target="https://github.com/abilashblnair" TargetMode="External"/><Relationship Id="rId4" Type="http://schemas.openxmlformats.org/officeDocument/2006/relationships/hyperlink" Target="https://apps.apple.com/in/app/aarya-ai/id6740967991" TargetMode="External"/><Relationship Id="rId5" Type="http://schemas.openxmlformats.org/officeDocument/2006/relationships/hyperlink" Target="https://apps.apple.com/in/app/lingo-south/id6749473687" TargetMode="External"/><Relationship Id="rId6" Type="http://schemas.openxmlformats.org/officeDocument/2006/relationships/hyperlink" Target="https://apps.apple.com/in/app/auryo/id6751236806" TargetMode="External"/><Relationship Id="rId7" Type="http://schemas.openxmlformats.org/officeDocument/2006/relationships/hyperlink" Target="https://setmysocial.com" TargetMode="External"/><Relationship Id="rId8" Type="http://schemas.openxmlformats.org/officeDocument/2006/relationships/hyperlink" Target="https://pixfit.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51560"/>
            <a:ext cx="109728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ABILASH</a:t>
            </a:r>
            <a:br/>
            <a:r>
              <a:t>BALASUBRAMANIAN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Senior Software Engineer II  |  Mobile • Web • AI</a:t>
            </a:r>
          </a:p>
          <a:p>
            <a:pPr>
              <a:spcBef>
                <a:spcPts val="1800"/>
              </a:spcBef>
              <a:defRPr sz="1500">
                <a:solidFill>
                  <a:srgbClr val="CBD5E1"/>
                </a:solidFill>
              </a:defRPr>
            </a:pPr>
            <a:r>
              <a:t>10+ years building scalable mobile products, architecture, developer platforms and AI-powered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800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6B6D4"/>
                </a:solidFill>
                <a:hlinkClick r:id="rId2"/>
              </a:rPr>
              <a:t>Portfolio: abilashblnair.github.io/profile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Engineering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Staff / Mobile Architect trajectory with hands-on product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2044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30632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Mobile Engineering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iOS • Swift • SwiftUI • UIKit</a:t>
            </a:r>
            <a:br/>
            <a:r>
              <a:t>React Native • Android</a:t>
            </a:r>
            <a:br/>
            <a:r>
              <a:t>Performance, testing &amp; production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2044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47088"/>
            <a:ext cx="30632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Architecture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Clean Architecture • Modularization</a:t>
            </a:r>
            <a:br/>
            <a:r>
              <a:t>System design • Navigation</a:t>
            </a:r>
            <a:br/>
            <a:r>
              <a:t>Reusable frameworks • API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45920"/>
            <a:ext cx="352044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47088"/>
            <a:ext cx="30632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Web + AI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React • TypeScript</a:t>
            </a:r>
            <a:br/>
            <a:r>
              <a:t>Agentic AI • LLM integrations</a:t>
            </a:r>
            <a:br/>
            <a:r>
              <a:t>n8n automation • AI product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534924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95928"/>
            <a:ext cx="489204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Technical Leadership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Driving technical initiatives, mentoring engineers, collaborating across product/design/engineering, and translating complex requirements into maintainable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94760"/>
            <a:ext cx="534924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95928"/>
            <a:ext cx="489204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Product Mindset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Independent builder across ideation, UX, architecture, implementation, cloud/API integration, deployment, App Store release and iteration.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Mobile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Deep iOS expertise with cross-platform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349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8920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iOS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10+ years of software engineering experience with strong expertise in Swift, SwiftUI, UIKit, concurrency, modular architecture, networking, persistence and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49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01368"/>
            <a:ext cx="48920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Cross-platform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Hands-on React Native, TypeScript and Android experience, with focus on shared architecture, native integration, performance and production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04487"/>
            <a:ext cx="29718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Architecture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Clean/VIPER patterns</a:t>
            </a:r>
            <a:br/>
            <a:r>
              <a:t>Modularization</a:t>
            </a:r>
            <a:br/>
            <a:r>
              <a:t>Coordinator/navigation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0332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904487"/>
            <a:ext cx="29718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Quality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Unit/UI testing</a:t>
            </a:r>
            <a:br/>
            <a:r>
              <a:t>CI/CD</a:t>
            </a:r>
            <a:br/>
            <a:r>
              <a:t>Performance &amp; crash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703320"/>
            <a:ext cx="34290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04487"/>
            <a:ext cx="29718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Delivery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API integrations</a:t>
            </a:r>
            <a:br/>
            <a:r>
              <a:t>Release automation</a:t>
            </a:r>
            <a:br/>
            <a:r>
              <a:t>App Store / production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AI, Automation &amp; Modern Product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Extending core software engineering into LLM-powered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30632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Agentic AI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Building workflows where LLMs can reason over product context, generate structured outputs and coordinate multi-step tasks.</a:t>
            </a:r>
            <a:br/>
            <a:br/>
            <a:r>
              <a:t>Focus: practical AI features rather than isolated chatbot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52044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01368"/>
            <a:ext cx="30632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Automation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Workflow automation using n8n and API-driven integrations for repeatable product, content and operational tasks.</a:t>
            </a:r>
            <a:br/>
            <a:br/>
            <a:r>
              <a:t>Focus: reducing manual steps and connecting services reliably.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2044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01368"/>
            <a:ext cx="30632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AI Products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Hands-on experimentation with AI image generation, automated product explainers, TTS, media generation and intelligent web utilities.</a:t>
            </a:r>
            <a:br/>
            <a:br/>
            <a:r>
              <a:t>Focus: shipping complete user-facing 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Selected Personal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Independent projects demonstrating end-to-end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09928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Aarya AI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AI-powered iOS image generation app built from concept through App Store release.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2"/>
              </a:rPr>
              <a:t>View on App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09928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Lingo South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iOS language-learning experience focused on practical South Indian language learning.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3"/>
              </a:rPr>
              <a:t>View on App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08760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09928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Auryo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Published iOS product demonstrating independent mobile product development and delivery.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4"/>
              </a:rPr>
              <a:t>View on App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7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DemoVisor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AI-powered product demo/explainer generation with automated recording, narration, TTS and presentation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49039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950207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PixFit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AI-powered image processing and optimization platform for transforming and preparing images.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5"/>
              </a:rPr>
              <a:t>Visit PixFit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749039"/>
            <a:ext cx="35204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950207"/>
            <a:ext cx="306324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SetMySocial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Social branding and setup platform for creators, founders and businesses.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6"/>
              </a:rPr>
              <a:t>Visit SetMySocial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What I Bring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combination of depth, breadth and builder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492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01  Engineering Depth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Strong native mobile foundation and experience solving architecture, performance, concurrency and production reliability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492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47088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02  Architecture Thinking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Ability to move beyond feature implementation into modularization, reusable systems, technical strategy and long-term maintainability.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74720"/>
            <a:ext cx="53492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75887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03  Cross-stack Breadth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Mobile + React/web + API/cloud integrations + AI/automation, enabling ownership across a larger part of the product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74720"/>
            <a:ext cx="53492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75887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04  Independent Execution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Experience taking ideas from zero to deployed products, including architecture, UX, implementation, release and iteration.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Portfolio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Explore selected work and published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492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92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Portfolio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Projects, experience and technical work.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2"/>
              </a:rPr>
              <a:t>Open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492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55648"/>
            <a:ext cx="4892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GitHub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Source code and engineering projects.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3"/>
              </a:rPr>
              <a:t>Open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29718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Aarya AI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Published iOS app.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4"/>
              </a:rPr>
              <a:t>App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71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172968"/>
            <a:ext cx="29718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Lingo South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Published iOS app.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5"/>
              </a:rPr>
              <a:t>App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971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172968"/>
            <a:ext cx="29718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Auryo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Published iOS app.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6"/>
              </a:rPr>
              <a:t>App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17720"/>
            <a:ext cx="53492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18888"/>
            <a:ext cx="4892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SetMySocial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Social media branding platform.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7"/>
              </a:rPr>
              <a:t>Visit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3492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818888"/>
            <a:ext cx="4892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PixFit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AI image utility platform.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6B6D4"/>
                </a:solidFill>
                <a:hlinkClick r:id="rId8"/>
              </a:rPr>
              <a:t>Visit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Abilash Balasubramanian  •  Senior Software Engineer II  •  Mobile Architecture +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